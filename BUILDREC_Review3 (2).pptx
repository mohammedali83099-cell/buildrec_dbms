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466344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148840"/>
            <a:ext cx="1097280" cy="4572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2331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Management Platform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Project-Based Learning – Review 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79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Ali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645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25WU0102161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Database to Working Application</a:t>
            </a:r>
            <a:endParaRPr lang="en-US" sz="2400" dirty="0"/>
          </a:p>
        </p:txBody>
      </p:sp>
      <p:pic>
        <p:nvPicPr>
          <p:cNvPr id="3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830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 |  DBMS Project-Based Learning – Review 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931920" cy="301752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34440"/>
            <a:ext cx="64008" cy="301752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307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618488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and site management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and delivery tracking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stock management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and progress tracking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billing and payment management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database-driven insights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with validation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46320" y="1600200"/>
            <a:ext cx="3657600" cy="384048"/>
          </a:xfrm>
          <a:prstGeom prst="rect">
            <a:avLst/>
          </a:prstGeom>
          <a:solidFill>
            <a:srgbClr val="C5D2C9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600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9842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846320" y="2130552"/>
            <a:ext cx="3657600" cy="384048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2130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UI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514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4846320" y="2660904"/>
            <a:ext cx="3657600" cy="384048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26609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3044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846320" y="3191256"/>
            <a:ext cx="3657600" cy="384048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46320" y="31912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API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35753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846320" y="3721608"/>
            <a:ext cx="3657600" cy="384048"/>
          </a:xfrm>
          <a:prstGeom prst="rect">
            <a:avLst/>
          </a:prstGeom>
          <a:solidFill>
            <a:srgbClr val="C5D2C9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37216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4343400"/>
            <a:ext cx="1920240" cy="36576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542032" y="4343400"/>
            <a:ext cx="1920240" cy="36576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542032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26864" y="4343400"/>
            <a:ext cx="1920240" cy="36576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26864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Application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711696" y="4343400"/>
            <a:ext cx="1920240" cy="365760"/>
          </a:xfrm>
          <a:prstGeom prst="rect">
            <a:avLst/>
          </a:prstGeom>
          <a:solidFill>
            <a:srgbClr val="C5D2C9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711696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UI + CRUD + Reports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Implementation</a:t>
            </a:r>
            <a:endParaRPr lang="en-US" sz="2400" dirty="0"/>
          </a:p>
        </p:txBody>
      </p:sp>
      <p:pic>
        <p:nvPicPr>
          <p:cNvPr id="3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830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 |  DBMS Project-Based Learning – Review 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1920240" cy="118872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6916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8.0+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42032" y="1280160"/>
            <a:ext cx="1920240" cy="118872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42032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633472" y="16916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TypeScript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26864" y="1280160"/>
            <a:ext cx="1920240" cy="118872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6864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718304" y="16916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11696" y="1280160"/>
            <a:ext cx="1920240" cy="118872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11696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803136" y="16916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/ REST API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2697480"/>
            <a:ext cx="3931920" cy="146304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697480"/>
            <a:ext cx="64008" cy="146304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0815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normalized database tables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foreign key constraints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CHECK and referential integrity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0" y="2697480"/>
            <a:ext cx="4114800" cy="146304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2697480"/>
            <a:ext cx="64008" cy="146304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2770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UI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754880" y="30815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triggers for business-rule enforcement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SQL views for reporting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for desktop, tablet and mobile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Dashboard</a:t>
            </a:r>
            <a:endParaRPr lang="en-US" sz="2400" dirty="0"/>
          </a:p>
        </p:txBody>
      </p:sp>
      <p:pic>
        <p:nvPicPr>
          <p:cNvPr id="3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830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 |  DBMS Project-Based Learning – Review 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108960" cy="342900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34440"/>
            <a:ext cx="64008" cy="342900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307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618488"/>
            <a:ext cx="28346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Sites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Material Stock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Billed vs. Paid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Contractor Payments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Consumption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Project-wise Financial Overview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100" dirty="0"/>
          </a:p>
        </p:txBody>
      </p:sp>
      <p:pic>
        <p:nvPicPr>
          <p:cNvPr id="12" name="Image 1" descr="/home/claude/cr/d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234440"/>
            <a:ext cx="4937760" cy="3429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749040" y="1234440"/>
            <a:ext cx="4937760" cy="3429000"/>
          </a:xfrm>
          <a:prstGeom prst="rect">
            <a:avLst/>
          </a:prstGeom>
          <a:ln w="9525">
            <a:solidFill>
              <a:srgbClr val="C5D2C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Sites &amp; Procurement</a:t>
            </a:r>
            <a:endParaRPr lang="en-US" sz="2400" dirty="0"/>
          </a:p>
        </p:txBody>
      </p:sp>
      <p:pic>
        <p:nvPicPr>
          <p:cNvPr id="3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830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 |  DBMS Project-Based Learning – Review 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182880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64008" cy="182880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Sites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57276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search project records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construction sites under projects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projects and sites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sites by project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project-site relationships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182880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88720"/>
            <a:ext cx="64008" cy="182880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Deliveries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57276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suppliers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purchase orders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site deliveries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delivery items and quantities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incoming materials</a:t>
            </a:r>
            <a:endParaRPr lang="en-US" sz="1100" dirty="0"/>
          </a:p>
        </p:txBody>
      </p:sp>
      <p:pic>
        <p:nvPicPr>
          <p:cNvPr id="16" name="Image 1" descr="/home/claude/cr/pro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54680"/>
            <a:ext cx="4023360" cy="15544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7200" y="3154680"/>
            <a:ext cx="4023360" cy="1554480"/>
          </a:xfrm>
          <a:prstGeom prst="rect">
            <a:avLst/>
          </a:prstGeom>
          <a:ln w="9525">
            <a:solidFill>
              <a:srgbClr val="C5D2C9"/>
            </a:solidFill>
            <a:prstDash val="solid"/>
          </a:ln>
        </p:spPr>
      </p:sp>
      <p:pic>
        <p:nvPicPr>
          <p:cNvPr id="18" name="Image 2" descr="/home/claude/cr/pro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154680"/>
            <a:ext cx="4023360" cy="1554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63440" y="3154680"/>
            <a:ext cx="4023360" cy="1554480"/>
          </a:xfrm>
          <a:prstGeom prst="rect">
            <a:avLst/>
          </a:prstGeom>
          <a:ln w="9525">
            <a:solidFill>
              <a:srgbClr val="C5D2C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Stock &amp; Progress</a:t>
            </a:r>
            <a:endParaRPr lang="en-US" sz="2400" dirty="0"/>
          </a:p>
        </p:txBody>
      </p:sp>
      <p:pic>
        <p:nvPicPr>
          <p:cNvPr id="3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830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 |  DBMS Project-Based Learning – Review 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182880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64008" cy="182880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Site Stock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57276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material catalogue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stock by site and material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available quantities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materials to work packages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stock availability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182880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88720"/>
            <a:ext cx="64008" cy="182880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&amp; Progress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57276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work packages and contractors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progress entries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labour teams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completion percentage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progress between 0–100%</a:t>
            </a:r>
            <a:endParaRPr lang="en-US" sz="1100" dirty="0"/>
          </a:p>
        </p:txBody>
      </p:sp>
      <p:pic>
        <p:nvPicPr>
          <p:cNvPr id="16" name="Image 1" descr="/home/claude/cr/st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54680"/>
            <a:ext cx="4023360" cy="15544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7200" y="3154680"/>
            <a:ext cx="4023360" cy="1554480"/>
          </a:xfrm>
          <a:prstGeom prst="rect">
            <a:avLst/>
          </a:prstGeom>
          <a:ln w="9525">
            <a:solidFill>
              <a:srgbClr val="C5D2C9"/>
            </a:solidFill>
            <a:prstDash val="solid"/>
          </a:ln>
        </p:spPr>
      </p:sp>
      <p:pic>
        <p:nvPicPr>
          <p:cNvPr id="18" name="Image 2" descr="/home/claude/cr/pr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154680"/>
            <a:ext cx="4023360" cy="1554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63440" y="3154680"/>
            <a:ext cx="4023360" cy="1554480"/>
          </a:xfrm>
          <a:prstGeom prst="rect">
            <a:avLst/>
          </a:prstGeom>
          <a:ln w="9525">
            <a:solidFill>
              <a:srgbClr val="C5D2C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</a:t>
            </a:r>
            <a:endParaRPr lang="en-US" sz="2400" dirty="0"/>
          </a:p>
        </p:txBody>
      </p:sp>
      <p:pic>
        <p:nvPicPr>
          <p:cNvPr id="3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830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 |  DBMS Project-Based Learning – Review 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651760" cy="192024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64008" cy="192024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Billing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5727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contractor bills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billed quantities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work-package progress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invoice creation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outstanding balances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188720"/>
            <a:ext cx="2651760" cy="192024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188720"/>
            <a:ext cx="64008" cy="192024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15727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payments against bills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 history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payments exceeding bill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Auto-reflect settlement status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1188720"/>
            <a:ext cx="2651760" cy="192024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1188720"/>
            <a:ext cx="64008" cy="192024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Validation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15727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requires verified progress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cannot exceed billed amount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enforce financial rules</a:t>
            </a:r>
            <a:endParaRPr lang="en-US" sz="1050" dirty="0"/>
          </a:p>
        </p:txBody>
      </p:sp>
      <p:pic>
        <p:nvPicPr>
          <p:cNvPr id="20" name="Image 1" descr="/home/claude/cr/bi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46120"/>
            <a:ext cx="8229600" cy="14630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ln w="9525">
            <a:solidFill>
              <a:srgbClr val="C5D2C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Database-Driven Reports</a:t>
            </a:r>
            <a:endParaRPr lang="en-US" sz="2400" dirty="0"/>
          </a:p>
        </p:txBody>
      </p:sp>
      <p:pic>
        <p:nvPicPr>
          <p:cNvPr id="3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830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 |  DBMS Project-Based Learning – Review 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291840" cy="169164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64008" cy="169164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2618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57276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Balance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Progress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Bills &amp; Balances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 Variance · Project Status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3291840" cy="169164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017520"/>
            <a:ext cx="64008" cy="169164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090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40156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availability and consumption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Work-package completion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delivery performance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billing and payments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financial summaries</a:t>
            </a:r>
            <a:endParaRPr lang="en-US" sz="1050" dirty="0"/>
          </a:p>
        </p:txBody>
      </p:sp>
      <p:pic>
        <p:nvPicPr>
          <p:cNvPr id="16" name="Image 1" descr="/home/claude/cr/r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188720"/>
            <a:ext cx="4754880" cy="35204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931920" y="1188720"/>
            <a:ext cx="4754880" cy="3520440"/>
          </a:xfrm>
          <a:prstGeom prst="rect">
            <a:avLst/>
          </a:prstGeom>
          <a:ln w="9525">
            <a:solidFill>
              <a:srgbClr val="C5D2C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&amp; Database Validation</a:t>
            </a:r>
            <a:endParaRPr lang="en-US" sz="2400" dirty="0"/>
          </a:p>
        </p:txBody>
      </p:sp>
      <p:pic>
        <p:nvPicPr>
          <p:cNvPr id="3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830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 |  DBMS Project-Based Learning – Review 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project / site / record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42032" y="1188720"/>
            <a:ext cx="1920240" cy="685800"/>
          </a:xfrm>
          <a:prstGeom prst="rect">
            <a:avLst/>
          </a:prstGeom>
          <a:solidFill>
            <a:srgbClr val="C5D2C9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42032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live database records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26864" y="1188720"/>
            <a:ext cx="1920240" cy="68580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26864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record with confirmation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11696" y="1188720"/>
            <a:ext cx="1920240" cy="685800"/>
          </a:xfrm>
          <a:prstGeom prst="rect">
            <a:avLst/>
          </a:prstGeom>
          <a:solidFill>
            <a:srgbClr val="C5D2C9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11696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MYSQL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MySQL Workbench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057400"/>
            <a:ext cx="1920240" cy="265176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057400"/>
            <a:ext cx="64008" cy="265176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1305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441448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14600" y="2057400"/>
            <a:ext cx="6172200" cy="265176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14600" y="2057400"/>
            <a:ext cx="64008" cy="265176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697480" y="2130552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697480" y="2441448"/>
            <a:ext cx="5897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outside 0–100% → Rejected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issue above stock → Rejected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qty above verified work → Rejected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delivery date → Rejected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above bill amount → Rejected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protect related records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400" dirty="0"/>
          </a:p>
        </p:txBody>
      </p:sp>
      <p:pic>
        <p:nvPicPr>
          <p:cNvPr id="3" name="Image 0" descr="/mnt/user-data/uploads/17913555688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830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 |  DBMS Project-Based Learning – Review 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251460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64008" cy="251460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572768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construction project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material and site management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contractor tracking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payment management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with validation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Database-driven reports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application–database integration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2514600"/>
          </a:xfrm>
          <a:prstGeom prst="rect">
            <a:avLst/>
          </a:prstGeom>
          <a:solidFill>
            <a:srgbClr val="F3F5F4"/>
          </a:solidFill>
          <a:ln w="9525">
            <a:solidFill>
              <a:srgbClr val="DD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88720"/>
            <a:ext cx="64008" cy="2514600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572768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access control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project analytics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Mobile/PWA deployment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and notifications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BIM/site monitoring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DDE5E0"/>
          </a:solidFill>
          <a:ln w="6350">
            <a:solidFill>
              <a:srgbClr val="C5D2C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8404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BUILDREC converts the normalized database into a working site management application connected to MySQL.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F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BUILDREC Review 3</dc:title>
  <dc:subject>PptxGenJS Presentation</dc:subject>
  <dc:creator>PptxGenJS</dc:creator>
  <cp:lastModifiedBy>PptxGenJS</cp:lastModifiedBy>
  <cp:revision>1</cp:revision>
  <dcterms:created xsi:type="dcterms:W3CDTF">2026-10-07T07:02:36Z</dcterms:created>
  <dcterms:modified xsi:type="dcterms:W3CDTF">2026-10-07T07:02:36Z</dcterms:modified>
</cp:coreProperties>
</file>